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Backend for Everyone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01200" y="1554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Detailed walkthrough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37160"/>
            <a:ext cx="3749040" cy="3749040"/>
          </a:xfrm>
          <a:prstGeom prst="ellipse">
            <a:avLst/>
          </a:prstGeom>
          <a:solidFill>
            <a:srgbClr val="DCE7FF">
              <a:alpha val="82000"/>
            </a:srgbClr>
          </a:solidFill>
          <a:ln w="12700">
            <a:solidFill>
              <a:srgbClr val="DCE7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822960"/>
            <a:ext cx="2194560" cy="310896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89611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</a:rPr>
              <a:t>PRODUCT WALKTHROUGH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for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Everyone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04672" y="29718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64748B"/>
                </a:solidFill>
              </a:rPr>
              <a:t>A guided workflow for turning a frontend idea into a working PostgreSQL-backed API.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882128" y="105156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13990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Presentation flow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11312" y="193852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11312" y="2007108"/>
            <a:ext cx="25603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613648" y="19568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Problem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11312" y="2368296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1312" y="2436876"/>
            <a:ext cx="25603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613648" y="2386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Create project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11312" y="2798064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1312" y="2866644"/>
            <a:ext cx="25603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613648" y="28163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Connect PostgreSQL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11312" y="3227832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11312" y="3296412"/>
            <a:ext cx="25603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13648" y="32461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Guided Builder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11312" y="365760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11312" y="3726180"/>
            <a:ext cx="25603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613648" y="3675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Backend Ready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11312" y="408736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1312" y="4155948"/>
            <a:ext cx="25603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613648" y="41056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API key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211312" y="4517136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11312" y="4585716"/>
            <a:ext cx="25603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613648" y="45354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Playground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11312" y="4946904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11312" y="5015484"/>
            <a:ext cx="25603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613648" y="49651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Result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22960" y="619963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Detailed product walkthrough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67665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30936" y="12070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</a:rPr>
              <a:t>A frontend can look finished while the product is still blocked by backend setup.</a:t>
            </a:r>
            <a:endParaRPr lang="en-US" sz="132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2880360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39696"/>
            <a:ext cx="1554480" cy="310896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212848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</a:rPr>
              <a:t>FRONTEND READY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226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The developer already has the app idea and interface.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675888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64748B"/>
                </a:solidFill>
              </a:rPr>
              <a:t>What they need next is real data, working operations, controlled access, and a way to prove the backend before integration.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3794760" y="1828800"/>
            <a:ext cx="3977640" cy="340156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2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3088" y="21396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The setup gap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114800" y="2788920"/>
            <a:ext cx="14173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24528" y="29169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Database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06240" y="32186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schema + connection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79008" y="2788920"/>
            <a:ext cx="14173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88736" y="29169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CRUD API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870448" y="32186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routes + validation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0" y="3840480"/>
            <a:ext cx="14173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24528" y="39684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Access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06240" y="427024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keys + authorization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779008" y="3840480"/>
            <a:ext cx="14173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88736" y="39684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Testing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870448" y="427024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requests + debugging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28432" y="1828800"/>
            <a:ext cx="3493008" cy="3401568"/>
          </a:xfrm>
          <a:prstGeom prst="roundRect">
            <a:avLst/>
          </a:prstGeom>
          <a:solidFill>
            <a:srgbClr val="ECFDF3"/>
          </a:solidFill>
          <a:ln w="12700">
            <a:solidFill>
              <a:srgbClr val="CDEA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57616" y="21396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What changes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57616" y="2779776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✓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13648" y="2779776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One guided sequence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57616" y="3236976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✓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613648" y="3236976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PostgreSQL connection first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357616" y="3694176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✓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613648" y="3694176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Backend described in app terms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357616" y="4151376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✓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613648" y="4151376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Runtime access is explicit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357616" y="4608576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✓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613648" y="4608576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API can be tested immediately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49808" y="5559552"/>
            <a:ext cx="10698480" cy="566928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BDD0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" y="5733288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0F172A"/>
                </a:solidFill>
              </a:rPr>
              <a:t>Backend for Everyone turns the setup gap into a clear path: create → connect → describe → generate access → test.</a:t>
            </a:r>
            <a:endParaRPr lang="en-US" sz="13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67665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Backend for Everyone changes the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30936" y="12070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</a:rPr>
              <a:t>The product turns repeated backend setup into one guided sequence.</a:t>
            </a:r>
            <a:endParaRPr lang="en-US" sz="1320" dirty="0"/>
          </a:p>
        </p:txBody>
      </p:sp>
      <p:sp>
        <p:nvSpPr>
          <p:cNvPr id="4" name="Shape 2"/>
          <p:cNvSpPr/>
          <p:nvPr/>
        </p:nvSpPr>
        <p:spPr>
          <a:xfrm>
            <a:off x="566928" y="2157984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28600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52728" y="2267712"/>
            <a:ext cx="411480" cy="246888"/>
          </a:xfrm>
          <a:prstGeom prst="chevron">
            <a:avLst/>
          </a:prstGeom>
          <a:solidFill>
            <a:srgbClr val="D5E1F7"/>
          </a:solidFill>
          <a:ln w="12700">
            <a:solidFill>
              <a:srgbClr val="D5E1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2761488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Create project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2212848" y="2157984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12848" y="228600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98648" y="2267712"/>
            <a:ext cx="411480" cy="246888"/>
          </a:xfrm>
          <a:prstGeom prst="chevron">
            <a:avLst/>
          </a:prstGeom>
          <a:solidFill>
            <a:srgbClr val="D5E1F7"/>
          </a:solidFill>
          <a:ln w="12700">
            <a:solidFill>
              <a:srgbClr val="D5E1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38528" y="2761488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Connect PostgreSQL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858768" y="2157984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58768" y="228600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44568" y="2267712"/>
            <a:ext cx="411480" cy="246888"/>
          </a:xfrm>
          <a:prstGeom prst="chevron">
            <a:avLst/>
          </a:prstGeom>
          <a:solidFill>
            <a:srgbClr val="D5E1F7"/>
          </a:solidFill>
          <a:ln w="12700">
            <a:solidFill>
              <a:srgbClr val="D5E1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4448" y="2761488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Guided Builder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504688" y="2157984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04688" y="228600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0488" y="2267712"/>
            <a:ext cx="411480" cy="246888"/>
          </a:xfrm>
          <a:prstGeom prst="chevron">
            <a:avLst/>
          </a:prstGeom>
          <a:solidFill>
            <a:srgbClr val="D5E1F7"/>
          </a:solidFill>
          <a:ln w="12700">
            <a:solidFill>
              <a:srgbClr val="D5E1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0368" y="2761488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Create backend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150608" y="2157984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228600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36408" y="2267712"/>
            <a:ext cx="411480" cy="246888"/>
          </a:xfrm>
          <a:prstGeom prst="chevron">
            <a:avLst/>
          </a:prstGeom>
          <a:solidFill>
            <a:srgbClr val="D5E1F7"/>
          </a:solidFill>
          <a:ln w="12700">
            <a:solidFill>
              <a:srgbClr val="D5E1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6288" y="2761488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API key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796528" y="2157984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96528" y="228600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482328" y="2267712"/>
            <a:ext cx="411480" cy="246888"/>
          </a:xfrm>
          <a:prstGeom prst="chevron">
            <a:avLst/>
          </a:prstGeom>
          <a:solidFill>
            <a:srgbClr val="D5E1F7"/>
          </a:solidFill>
          <a:ln w="12700">
            <a:solidFill>
              <a:srgbClr val="D5E1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22208" y="2761488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Playground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10442448" y="2157984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42448" y="228600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168128" y="2761488"/>
            <a:ext cx="1024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172A"/>
                </a:solidFill>
              </a:rPr>
              <a:t>Frontend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731520" y="3767328"/>
            <a:ext cx="10698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Core idea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1560" y="4462272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Let the user describe the app in familiar terms first. The platform handles the repeated setup needed to turn that description into a database-backed API that can be tested immediately.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04088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81381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61872" y="6949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START THE BACKEND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61872" y="9144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 a project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13232" y="1755648"/>
            <a:ext cx="523036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5352" y="1755648"/>
            <a:ext cx="5230368" cy="32918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48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the user does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87552" y="2628900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254203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Create a backend project.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87552" y="3177540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144" y="309067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Choose a project name.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87552" y="3726180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2144" y="363931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Use a globally unique API slug.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2048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the platform handles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2542032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93992" y="254203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Creates an owned project workspace.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090672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93992" y="309067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Uses the slug as the runtime namespace.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639312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93992" y="363931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Provides one place for database and API configuration.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3232" y="5358384"/>
            <a:ext cx="10762488" cy="62179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BDD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55595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Why this matters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331720" y="5527548"/>
            <a:ext cx="8641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The user begins with an app concept and a clear project identity—not with backend files.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04088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81381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61872" y="6949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PRODUCT SCREEN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61872" y="9144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 project — product screen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71016" y="135331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The project page keeps the first step simple: name the project, choose the API slug, and continue.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66928" y="1810512"/>
            <a:ext cx="1104595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pic>
        <p:nvPicPr>
          <p:cNvPr id="8" name="Image 0" descr="/mnt/data/presentation_assets_v3/create_proj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56816"/>
            <a:ext cx="10753344" cy="41879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04088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81381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61872" y="6949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USE REAL APPLICATION DATA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61872" y="9144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 PostgreSQL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13232" y="1755648"/>
            <a:ext cx="523036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5352" y="1755648"/>
            <a:ext cx="5230368" cy="32918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48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the user does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87552" y="2628900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254203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Enter host, port, database and schema.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87552" y="3177540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144" y="309067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Provide database credentials.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87552" y="3726180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2144" y="363931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Test the saved connection.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2048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the platform handles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2542032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93992" y="254203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Checks connectivity and schema availability.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090672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93992" y="309067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Stores connection configuration securely.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639312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93992" y="363931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Keeps application rows in the connected database.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3232" y="5358384"/>
            <a:ext cx="10762488" cy="62179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BDD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55595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Why this matters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331720" y="5527548"/>
            <a:ext cx="8641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The database stays visible and customer-controlled while the platform removes the repetitive connection plumbing.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04088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81381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61872" y="6949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PRODUCT SCREEN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61872" y="9144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connection — product screen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71016" y="135331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The saved PostgreSQL target is visible, can be retested, and remains the storage location for the app data.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66928" y="1810512"/>
            <a:ext cx="1104595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pic>
        <p:nvPicPr>
          <p:cNvPr id="8" name="Image 0" descr="/mnt/data/presentation_assets_v3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56816"/>
            <a:ext cx="10753344" cy="41879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04088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81381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61872" y="6949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DESCRIBE THE APP, NOT THE PLUMBING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61872" y="9144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Guided Builder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13232" y="1755648"/>
            <a:ext cx="523036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5352" y="1755648"/>
            <a:ext cx="5230368" cy="32918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48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the user does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87552" y="2628900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254203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Review the Task Manager template.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87552" y="3177540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144" y="309067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See fields such as title, description, completed and due date.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87552" y="3726180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2144" y="363931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Choose the actions the app should support.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2048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the platform handles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2542032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93992" y="254203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Translates choices into managed schema metadata.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090672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93992" y="309067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Maps selected actions to CRUD configuration.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639312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93992" y="363931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Checks prerequisites before backend creation.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3232" y="5358384"/>
            <a:ext cx="10762488" cy="62179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BDD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55595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Why this matters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331720" y="5527548"/>
            <a:ext cx="8641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The user thinks in tasks, fields and actions before needing to think in SQL tables, handlers and route code.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04088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81381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61872" y="6949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PRODUCT SCREEN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61872" y="9144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Guided Builder — product screen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71016" y="135331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The builder shows the Task Manager structure and clearly tells the user when setup still needs attention.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66928" y="1810512"/>
            <a:ext cx="1104595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pic>
        <p:nvPicPr>
          <p:cNvPr id="8" name="Image 0" descr="/mnt/data/presentation_assets_v3/gui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56816"/>
            <a:ext cx="10753344" cy="41879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04088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81381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61872" y="6949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TURN THE CONFIGURATION INTO A USABLE BACKEND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61872" y="9144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Ready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13232" y="1755648"/>
            <a:ext cx="523036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5352" y="1755648"/>
            <a:ext cx="5230368" cy="32918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48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the user does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87552" y="2628900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254203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Review the backend before creation.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87552" y="3177540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144" y="309067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Create the backend once prerequisites are satisfied.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87552" y="3726180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2144" y="363931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Use the displayed runtime API address.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2048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the platform handles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2542032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93992" y="254203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Applies the managed schema to PostgreSQL.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090672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93992" y="309067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Enables the selected CRUD operations.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639312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93992" y="363931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Detects the existing backend on reload instead of recreating it.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3232" y="5358384"/>
            <a:ext cx="10762488" cy="62179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BDD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55595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Why this matters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331720" y="5527548"/>
            <a:ext cx="8641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“Ready” is the moment the user moves from configuration to something the frontend can actually call.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04088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81381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61872" y="6949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PRODUCT SCREEN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61872" y="9144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Ready — product screen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71016" y="135331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The user gets one clear state: storage ready, actions available, runtime address visible, and next steps explained.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66928" y="1810512"/>
            <a:ext cx="1104595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pic>
        <p:nvPicPr>
          <p:cNvPr id="8" name="Image 0" descr="/mnt/data/presentation_assets_v3/rea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56816"/>
            <a:ext cx="10753344" cy="41879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04088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81381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61872" y="6949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CHOOSE HOW THE RUNTIME IS ACCESSED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61872" y="9144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Generate an API key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13232" y="1755648"/>
            <a:ext cx="523036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5352" y="1755648"/>
            <a:ext cx="5230368" cy="32918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48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the user does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87552" y="2628900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254203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Give the key a recognizable name.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87552" y="3177540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144" y="309067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Choose a scope such as read-only or read-write.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87552" y="3726180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2144" y="363931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Revoke keys that should no longer be trusted.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2048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the platform handles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2542032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93992" y="254203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Creates project-scoped runtime credentials.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090672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93992" y="309067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Stores the secret safely instead of exposing it repeatedly.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639312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93992" y="363931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Separates backend creation from runtime authorization.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3232" y="5358384"/>
            <a:ext cx="10762488" cy="62179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BDD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55595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Why this matters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331720" y="5527548"/>
            <a:ext cx="8641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The user explicitly controls access instead of receiving an automatically exposed backend.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04088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81381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61872" y="6949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PRODUCT SCREEN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61872" y="9144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keys — product screen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71016" y="135331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The API key page keeps credential generation, scope, status and revocation visible in one place.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66928" y="1810512"/>
            <a:ext cx="1104595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pic>
        <p:nvPicPr>
          <p:cNvPr id="8" name="Image 0" descr="/mnt/data/presentation_assets_v3/api_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56816"/>
            <a:ext cx="10753344" cy="41879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04088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81381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61872" y="6949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PROVE THE BACKEND BEFORE INTEGRATING THE FRONTEND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61872" y="9144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in Playground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13232" y="1755648"/>
            <a:ext cx="5230368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5352" y="1755648"/>
            <a:ext cx="5230368" cy="329184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482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the user does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87552" y="2628900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254203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Choose a configured endpoint.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87552" y="3177540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2144" y="309067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Provide the required credential mode.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87552" y="3726180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2144" y="363931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Send real requests and inspect responses.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2048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the platform handles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2542032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93992" y="254203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Uses the generated runtime URL.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090672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93992" y="309067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Runs the request against the connected PostgreSQL data.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639312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93992" y="363931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Helps separate backend issues from frontend integration issues.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3232" y="5358384"/>
            <a:ext cx="10762488" cy="62179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BDD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55595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Why this matters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331720" y="5527548"/>
            <a:ext cx="8641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The first API test happens inside the product, so the developer does not need a separate client just to prove the backend works.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04088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813816"/>
            <a:ext cx="4389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261872" y="6949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563EB"/>
                </a:solidFill>
              </a:rPr>
              <a:t>PRODUCT SCREEN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61872" y="9144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Playground — product screen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71016" y="135331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The Playground exposes the runtime URL, endpoint selection, credential mode and request action in one place.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566928" y="1810512"/>
            <a:ext cx="11045952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pic>
        <p:nvPicPr>
          <p:cNvPr id="8" name="Image 0" descr="/mnt/data/presentation_assets_v3/play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56816"/>
            <a:ext cx="10753344" cy="41879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67665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proof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30936" y="12070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</a:rPr>
              <a:t>The complete workflow was tested against a real local PostgreSQL database, not a static mock.</a:t>
            </a:r>
            <a:endParaRPr lang="en-US" sz="1320" dirty="0"/>
          </a:p>
        </p:txBody>
      </p:sp>
      <p:sp>
        <p:nvSpPr>
          <p:cNvPr id="4" name="Shape 2"/>
          <p:cNvSpPr/>
          <p:nvPr/>
        </p:nvSpPr>
        <p:spPr>
          <a:xfrm>
            <a:off x="713232" y="1737360"/>
            <a:ext cx="50749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482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What we verified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2578608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6A34A"/>
                </a:solidFill>
              </a:rPr>
              <a:t>✓</a:t>
            </a:r>
            <a:endParaRPr lang="en-US" sz="1330" dirty="0"/>
          </a:p>
        </p:txBody>
      </p:sp>
      <p:sp>
        <p:nvSpPr>
          <p:cNvPr id="7" name="Text 5"/>
          <p:cNvSpPr/>
          <p:nvPr/>
        </p:nvSpPr>
        <p:spPr>
          <a:xfrm>
            <a:off x="1261872" y="2578608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</a:rPr>
              <a:t>Project created</a:t>
            </a:r>
            <a:endParaRPr lang="en-US" sz="1330" dirty="0"/>
          </a:p>
        </p:txBody>
      </p:sp>
      <p:sp>
        <p:nvSpPr>
          <p:cNvPr id="8" name="Text 6"/>
          <p:cNvSpPr/>
          <p:nvPr/>
        </p:nvSpPr>
        <p:spPr>
          <a:xfrm>
            <a:off x="1005840" y="3008376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6A34A"/>
                </a:solidFill>
              </a:rPr>
              <a:t>✓</a:t>
            </a:r>
            <a:endParaRPr lang="en-US" sz="1330" dirty="0"/>
          </a:p>
        </p:txBody>
      </p:sp>
      <p:sp>
        <p:nvSpPr>
          <p:cNvPr id="9" name="Text 7"/>
          <p:cNvSpPr/>
          <p:nvPr/>
        </p:nvSpPr>
        <p:spPr>
          <a:xfrm>
            <a:off x="1261872" y="3008376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</a:rPr>
              <a:t>PostgreSQL connection verified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1005840" y="3438144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6A34A"/>
                </a:solidFill>
              </a:rPr>
              <a:t>✓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1261872" y="3438144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</a:rPr>
              <a:t>Guided Builder reached Backend Ready</a:t>
            </a:r>
            <a:endParaRPr lang="en-US" sz="1330" dirty="0"/>
          </a:p>
        </p:txBody>
      </p:sp>
      <p:sp>
        <p:nvSpPr>
          <p:cNvPr id="12" name="Text 10"/>
          <p:cNvSpPr/>
          <p:nvPr/>
        </p:nvSpPr>
        <p:spPr>
          <a:xfrm>
            <a:off x="1005840" y="3867912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6A34A"/>
                </a:solidFill>
              </a:rPr>
              <a:t>✓</a:t>
            </a:r>
            <a:endParaRPr lang="en-US" sz="1330" dirty="0"/>
          </a:p>
        </p:txBody>
      </p:sp>
      <p:sp>
        <p:nvSpPr>
          <p:cNvPr id="13" name="Text 11"/>
          <p:cNvSpPr/>
          <p:nvPr/>
        </p:nvSpPr>
        <p:spPr>
          <a:xfrm>
            <a:off x="1261872" y="3867912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</a:rPr>
              <a:t>Read-write API key created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1005840" y="4297680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6A34A"/>
                </a:solidFill>
              </a:rPr>
              <a:t>✓</a:t>
            </a:r>
            <a:endParaRPr lang="en-US" sz="1330" dirty="0"/>
          </a:p>
        </p:txBody>
      </p:sp>
      <p:sp>
        <p:nvSpPr>
          <p:cNvPr id="15" name="Text 13"/>
          <p:cNvSpPr/>
          <p:nvPr/>
        </p:nvSpPr>
        <p:spPr>
          <a:xfrm>
            <a:off x="1261872" y="4297680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</a:rPr>
              <a:t>POST created a task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1005840" y="4727448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6A34A"/>
                </a:solidFill>
              </a:rPr>
              <a:t>✓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1261872" y="4727448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</a:rPr>
              <a:t>GET returned the same task</a:t>
            </a:r>
            <a:endParaRPr lang="en-US" sz="1330" dirty="0"/>
          </a:p>
        </p:txBody>
      </p:sp>
      <p:sp>
        <p:nvSpPr>
          <p:cNvPr id="18" name="Text 16"/>
          <p:cNvSpPr/>
          <p:nvPr/>
        </p:nvSpPr>
        <p:spPr>
          <a:xfrm>
            <a:off x="1005840" y="5157216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16A34A"/>
                </a:solidFill>
              </a:rPr>
              <a:t>✓</a:t>
            </a:r>
            <a:endParaRPr lang="en-US" sz="1330" dirty="0"/>
          </a:p>
        </p:txBody>
      </p:sp>
      <p:sp>
        <p:nvSpPr>
          <p:cNvPr id="19" name="Text 17"/>
          <p:cNvSpPr/>
          <p:nvPr/>
        </p:nvSpPr>
        <p:spPr>
          <a:xfrm>
            <a:off x="1261872" y="5157216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0F172A"/>
                </a:solidFill>
              </a:rPr>
              <a:t>Reload remained Backend Ready</a:t>
            </a:r>
            <a:endParaRPr lang="en-US" sz="1330" dirty="0"/>
          </a:p>
        </p:txBody>
      </p:sp>
      <p:sp>
        <p:nvSpPr>
          <p:cNvPr id="20" name="Shape 18"/>
          <p:cNvSpPr/>
          <p:nvPr/>
        </p:nvSpPr>
        <p:spPr>
          <a:xfrm>
            <a:off x="6080760" y="1737360"/>
            <a:ext cx="5413248" cy="4160520"/>
          </a:xfrm>
          <a:prstGeom prst="roundRect">
            <a:avLst/>
          </a:prstGeom>
          <a:solidFill>
            <a:srgbClr val="F8FAFD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0482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Persisted example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0" y="26700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title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35240" y="2633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Test Task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31821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description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35240" y="31455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Final integration test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36941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completed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35240" y="3657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false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4315968"/>
            <a:ext cx="4343400" cy="841248"/>
          </a:xfrm>
          <a:prstGeom prst="roundRect">
            <a:avLst/>
          </a:prstGeom>
          <a:solidFill>
            <a:srgbClr val="ECFDF3"/>
          </a:solidFill>
          <a:ln w="12700">
            <a:solidFill>
              <a:srgbClr val="CDEA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45354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The same row existed in PostgreSQL and was returned through the runtime API.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67665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meaningful change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30936" y="12070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</a:rPr>
              <a:t>The project reduces the setup barrier between a frontend idea and a tested backend.</a:t>
            </a:r>
            <a:endParaRPr lang="en-US" sz="132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166360" cy="41605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2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1783080"/>
            <a:ext cx="5166360" cy="4160520"/>
          </a:xfrm>
          <a:prstGeom prst="roundRect">
            <a:avLst/>
          </a:prstGeom>
          <a:solidFill>
            <a:srgbClr val="ECFDF3"/>
          </a:solidFill>
          <a:ln w="12700">
            <a:solidFill>
              <a:srgbClr val="CDEA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084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Without the guided workflow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1560" y="2784348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2697480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Design schema manually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560" y="3351276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6152" y="3264408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Create CRUD handlers and routes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51560" y="3918204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3831336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Set up credentials and authorization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51560" y="4485132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4398264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Find an API testing workflow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51560" y="5052060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4965192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Debug backend before frontend integration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9400" y="2084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With Backend for Everyone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2697480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85432" y="2697480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Create project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3264408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85432" y="3264408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Connect PostgreSQL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29400" y="3831336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85432" y="3831336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Use Guided Builder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29400" y="4398264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85432" y="4398264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Generate controlled API access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29400" y="4965192"/>
            <a:ext cx="164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85432" y="4965192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Test the runtime immediately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67665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simple mental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30936" y="12070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64748B"/>
                </a:solidFill>
              </a:rPr>
              <a:t>Two paths make the product easy to understand: configure the backend once, then use the runtime repeatedly.</a:t>
            </a:r>
            <a:endParaRPr lang="en-US" sz="1320" dirty="0"/>
          </a:p>
        </p:txBody>
      </p:sp>
      <p:sp>
        <p:nvSpPr>
          <p:cNvPr id="4" name="Shape 2"/>
          <p:cNvSpPr/>
          <p:nvPr/>
        </p:nvSpPr>
        <p:spPr>
          <a:xfrm>
            <a:off x="749808" y="1755648"/>
            <a:ext cx="1965960" cy="310896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82880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D4ED8"/>
                </a:solidFill>
              </a:rPr>
              <a:t>1 · CONFIGURE</a:t>
            </a:r>
            <a:endParaRPr lang="en-US" sz="920" dirty="0"/>
          </a:p>
        </p:txBody>
      </p:sp>
      <p:sp>
        <p:nvSpPr>
          <p:cNvPr id="6" name="Shape 4"/>
          <p:cNvSpPr/>
          <p:nvPr/>
        </p:nvSpPr>
        <p:spPr>
          <a:xfrm>
            <a:off x="749808" y="4041648"/>
            <a:ext cx="1965960" cy="310896"/>
          </a:xfrm>
          <a:prstGeom prst="roundRect">
            <a:avLst/>
          </a:prstGeom>
          <a:solidFill>
            <a:srgbClr val="ECFDF3"/>
          </a:solidFill>
          <a:ln w="12700">
            <a:solidFill>
              <a:srgbClr val="ECF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4114800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6A34A"/>
                </a:solidFill>
              </a:rPr>
              <a:t>2 · USE THE API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749808" y="2212848"/>
            <a:ext cx="27889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48716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F172A"/>
                </a:solidFill>
              </a:rPr>
              <a:t>Dashboard + Guided Builder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987552" y="2916936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Project · fields · actions · access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3730752" y="2670048"/>
            <a:ext cx="566928" cy="347472"/>
          </a:xfrm>
          <a:prstGeom prst="chevron">
            <a:avLst/>
          </a:prstGeom>
          <a:solidFill>
            <a:srgbClr val="C9D8F0"/>
          </a:solidFill>
          <a:ln w="12700">
            <a:solidFill>
              <a:srgbClr val="C9D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8848" y="2212848"/>
            <a:ext cx="2788920" cy="132588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BDD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48716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D4ED8"/>
                </a:solidFill>
              </a:rPr>
              <a:t>Platform configuration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4718304" y="2862072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Schema metadata · policies · endpoint setup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7479792" y="2670048"/>
            <a:ext cx="566928" cy="347472"/>
          </a:xfrm>
          <a:prstGeom prst="chevron">
            <a:avLst/>
          </a:prstGeom>
          <a:solidFill>
            <a:srgbClr val="C9D8F0"/>
          </a:solidFill>
          <a:ln w="12700">
            <a:solidFill>
              <a:srgbClr val="C9D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7888" y="2212848"/>
            <a:ext cx="3154680" cy="1325880"/>
          </a:xfrm>
          <a:prstGeom prst="roundRect">
            <a:avLst/>
          </a:prstGeom>
          <a:solidFill>
            <a:srgbClr val="ECFDF3"/>
          </a:solidFill>
          <a:ln w="12700">
            <a:solidFill>
              <a:srgbClr val="CDEA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22208" y="248716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6A34A"/>
                </a:solidFill>
              </a:rPr>
              <a:t>Connected PostgreSQL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8503920" y="286207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Managed structure is applied to the database you own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749808" y="4517136"/>
            <a:ext cx="27889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80974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F172A"/>
                </a:solidFill>
              </a:rPr>
              <a:t>Frontend app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987552" y="5239512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Uses the runtime URL + credential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3730752" y="4974336"/>
            <a:ext cx="566928" cy="347472"/>
          </a:xfrm>
          <a:prstGeom prst="chevron">
            <a:avLst/>
          </a:prstGeom>
          <a:solidFill>
            <a:srgbClr val="BFD8C5"/>
          </a:solidFill>
          <a:ln w="12700">
            <a:solidFill>
              <a:srgbClr val="BFD8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98848" y="4517136"/>
            <a:ext cx="27889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4809744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F172A"/>
                </a:solidFill>
              </a:rPr>
              <a:t>Runtime API</a:t>
            </a:r>
            <a:endParaRPr lang="en-US" sz="1520" dirty="0"/>
          </a:p>
        </p:txBody>
      </p:sp>
      <p:sp>
        <p:nvSpPr>
          <p:cNvPr id="25" name="Text 23"/>
          <p:cNvSpPr/>
          <p:nvPr/>
        </p:nvSpPr>
        <p:spPr>
          <a:xfrm>
            <a:off x="4718304" y="5184648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Validates · authorizes · executes the operation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7479792" y="4974336"/>
            <a:ext cx="566928" cy="347472"/>
          </a:xfrm>
          <a:prstGeom prst="chevron">
            <a:avLst/>
          </a:prstGeom>
          <a:solidFill>
            <a:srgbClr val="BFD8C5"/>
          </a:solidFill>
          <a:ln w="12700">
            <a:solidFill>
              <a:srgbClr val="BFD8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47888" y="4517136"/>
            <a:ext cx="3154680" cy="1325880"/>
          </a:xfrm>
          <a:prstGeom prst="roundRect">
            <a:avLst/>
          </a:prstGeom>
          <a:solidFill>
            <a:srgbClr val="ECFDF3"/>
          </a:solidFill>
          <a:ln w="12700">
            <a:solidFill>
              <a:srgbClr val="CDEA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22208" y="480974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6A34A"/>
                </a:solidFill>
              </a:rPr>
              <a:t>Application data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8503920" y="518464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Real rows are read from and written to PostgreSQL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10104120" y="3557016"/>
            <a:ext cx="0" cy="786384"/>
          </a:xfrm>
          <a:prstGeom prst="line">
            <a:avLst/>
          </a:prstGeom>
          <a:noFill/>
          <a:ln w="25400">
            <a:solidFill>
              <a:srgbClr val="86C7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54896" y="379476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6A34A"/>
                </a:solidFill>
              </a:rPr>
              <a:t>same database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749808" y="6089904"/>
            <a:ext cx="106527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6227064"/>
            <a:ext cx="10168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F172A"/>
                </a:solidFill>
              </a:rPr>
              <a:t>You describe the backend → the platform handles the plumbing → your application keeps using its own PostgreSQL data.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for Everyone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841248" y="2057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DFF7"/>
                </a:solidFill>
              </a:rPr>
              <a:t>A clearer path from frontend idea to a working backend.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41248" y="3703320"/>
            <a:ext cx="2240280" cy="1078992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34E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39319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3B5FF"/>
                </a:solidFill>
              </a:rPr>
              <a:t>Connect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24128" y="423367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PostgreSQL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3584448" y="3703320"/>
            <a:ext cx="2240280" cy="1078992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34E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67328" y="39319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3B5FF"/>
                </a:solidFill>
              </a:rPr>
              <a:t>Describe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767328" y="423367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the backend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327648" y="3703320"/>
            <a:ext cx="2240280" cy="1078992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34E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39319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3B5FF"/>
                </a:solidFill>
              </a:rPr>
              <a:t>Create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10528" y="423367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runtime API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070848" y="3703320"/>
            <a:ext cx="2240280" cy="1078992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34E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53728" y="39319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3B5FF"/>
                </a:solidFill>
              </a:rPr>
              <a:t>Test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53728" y="423367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before integration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41248" y="60533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2E8"/>
                </a:solidFill>
              </a:rPr>
              <a:t>GitHub: Nirmalsiddh/backend-for-everyone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Backend for Everyone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 for Everyone — Detailed Walkthrough</dc:title>
  <dc:subject>Backend for Everyone product walkthrough presentation</dc:subject>
  <dc:creator>Nirmal Siddh</dc:creator>
  <cp:lastModifiedBy>Nirmal Siddh</cp:lastModifiedBy>
  <cp:revision>1</cp:revision>
  <dcterms:created xsi:type="dcterms:W3CDTF">2026-10-23T17:42:55Z</dcterms:created>
  <dcterms:modified xsi:type="dcterms:W3CDTF">2026-10-23T17:42:55Z</dcterms:modified>
</cp:coreProperties>
</file>